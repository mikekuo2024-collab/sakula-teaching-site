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77ActKvMROeLnYpSQWDwFT9u4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" name="Google Shape;1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" name="Google Shape;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1" name="Google Shape;2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2" name="Google Shape;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2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2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2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2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31" name="Google Shape;31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3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4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4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5" name="Google Shape;4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6" name="Google Shape;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5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5" name="Google Shape;5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6" name="Google Shape;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6" name="Google Shape;6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7" name="Google Shape;6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7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27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27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9" name="Google Shape;7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0" name="Google Shape;8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8" name="Google Shape;8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9" name="Google Shape;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9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9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9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2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9" name="Google Shape;9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0" name="Google Shape;10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0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0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05" name="Google Shape;105;p30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6" name="Google Shape;106;p3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全景圖片 (含標題)">
  <p:cSld name="全景圖片 (含標題)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0" name="Google Shape;11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1" name="Google Shape;1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1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1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1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6" name="Google Shape;116;p31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7" name="Google Shape;117;p3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1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說明文字">
  <p:cSld name="標題與說明文字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1" name="Google Shape;12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2" name="Google Shape;1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2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2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7" name="Google Shape;127;p3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2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標題)">
  <p:cSld name="引述 (含標題)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1" name="Google Shape;13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2" name="Google Shape;13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3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3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33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8" name="Google Shape;138;p3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3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1" name="Google Shape;141;p33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lang="zh-TW" sz="720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42" name="Google Shape;142;p33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lang="zh-TW" sz="720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4" name="Google Shape;1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5" name="Google Shape;14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4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0" name="Google Shape;150;p3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欄">
  <p:cSld name="3 欄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54" name="Google Shape;15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55" name="Google Shape;15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5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5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0" name="Google Shape;160;p35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1" name="Google Shape;161;p35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2" name="Google Shape;162;p35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3" name="Google Shape;163;p35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4" name="Google Shape;164;p35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5" name="Google Shape;165;p3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圖片欄">
  <p:cSld name="3 圖片欄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9" name="Google Shape;16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70" name="Google Shape;17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6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6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36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6" name="Google Shape;176;p36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36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8" name="Google Shape;178;p36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9" name="Google Shape;179;p36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0" name="Google Shape;180;p36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1" name="Google Shape;181;p36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82" name="Google Shape;182;p36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3" name="Google Shape;183;p3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7" name="Google Shape;18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8" name="Google Shape;1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7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3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20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0" y="32127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0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medpartner.club/dietary-guide-taiwan-2018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hyperlink" Target="https://nutri.jtf.org.tw/index.php?idd=2&amp;aid=61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g"/><Relationship Id="rId4" Type="http://schemas.openxmlformats.org/officeDocument/2006/relationships/hyperlink" Target="https://www.jtf.org.tw/prymaid.swf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hyperlink" Target="https://drive.google.com/file/d/10Z8QHHh4fHwiBRPNrr91CdbVEEIzddsu/view?usp=sharing" TargetMode="External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youtube.com/watch?v=jV7tWLiJmFg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Relationship Id="rId4" Type="http://schemas.openxmlformats.org/officeDocument/2006/relationships/hyperlink" Target="https://slidesplayer.com/slide/11216641/" TargetMode="External"/><Relationship Id="rId9" Type="http://schemas.openxmlformats.org/officeDocument/2006/relationships/hyperlink" Target="https://www.youtube.com/watch?v=z7oFn3d9NG4" TargetMode="External"/><Relationship Id="rId5" Type="http://schemas.openxmlformats.org/officeDocument/2006/relationships/image" Target="../media/image24.png"/><Relationship Id="rId6" Type="http://schemas.openxmlformats.org/officeDocument/2006/relationships/hyperlink" Target="https://www.youtube.com/watch?v=iTvuMXWPpzs" TargetMode="External"/><Relationship Id="rId7" Type="http://schemas.openxmlformats.org/officeDocument/2006/relationships/hyperlink" Target="https://www.youtube.com/watch?v=jZLEeXsPreg" TargetMode="External"/><Relationship Id="rId8" Type="http://schemas.openxmlformats.org/officeDocument/2006/relationships/hyperlink" Target="https://www.youtube.com/watch?v=kyVy1vm2jBU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hyperlink" Target="https://www.commonhealth.com.tw/ppt/powerpoint.action?nid=188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t/>
            </a:r>
            <a:endParaRPr/>
          </a:p>
        </p:txBody>
      </p:sp>
      <p:pic>
        <p:nvPicPr>
          <p:cNvPr id="201" name="Google Shape;201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</a:pPr>
            <a:r>
              <a:rPr lang="zh-TW" sz="8800">
                <a:latin typeface="Arial"/>
                <a:ea typeface="Arial"/>
                <a:cs typeface="Arial"/>
                <a:sym typeface="Arial"/>
              </a:rPr>
              <a:t>我的餐盤</a:t>
            </a:r>
            <a:endParaRPr sz="8800"/>
          </a:p>
        </p:txBody>
      </p:sp>
      <p:sp>
        <p:nvSpPr>
          <p:cNvPr id="207" name="Google Shape;207;p2"/>
          <p:cNvSpPr txBox="1"/>
          <p:nvPr>
            <p:ph idx="1" type="subTitle"/>
          </p:nvPr>
        </p:nvSpPr>
        <p:spPr>
          <a:xfrm>
            <a:off x="6234545" y="4551981"/>
            <a:ext cx="4443650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zh-TW" sz="5400" u="sng">
                <a:solidFill>
                  <a:schemeClr val="hlink"/>
                </a:solidFill>
                <a:latin typeface="DFKai-SB"/>
                <a:ea typeface="DFKai-SB"/>
                <a:cs typeface="DFKai-SB"/>
                <a:sym typeface="DFKai-SB"/>
                <a:hlinkClick r:id="rId3"/>
              </a:rPr>
              <a:t>每日飲食指南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417" y="0"/>
            <a:ext cx="914716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3525" y="4762"/>
            <a:ext cx="9124950" cy="68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8638" y="0"/>
            <a:ext cx="841472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8591" y="1"/>
            <a:ext cx="9833037" cy="6912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8368" y="0"/>
            <a:ext cx="657526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7">
            <a:hlinkClick r:id="rId4"/>
          </p:cNvPr>
          <p:cNvSpPr txBox="1"/>
          <p:nvPr/>
        </p:nvSpPr>
        <p:spPr>
          <a:xfrm>
            <a:off x="9717578" y="5519652"/>
            <a:ext cx="1415772" cy="830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4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食品熱量</a:t>
            </a:r>
            <a:endParaRPr sz="24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知多少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8"/>
          <p:cNvPicPr preferRelativeResize="0"/>
          <p:nvPr/>
        </p:nvPicPr>
        <p:blipFill rotWithShape="1">
          <a:blip r:embed="rId3">
            <a:alphaModFix/>
          </a:blip>
          <a:srcRect b="3514" l="0" r="0" t="0"/>
          <a:stretch/>
        </p:blipFill>
        <p:spPr>
          <a:xfrm>
            <a:off x="2348288" y="124691"/>
            <a:ext cx="7478799" cy="661693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食物金字塔</a:t>
            </a:r>
            <a:endParaRPr/>
          </a:p>
        </p:txBody>
      </p:sp>
      <p:sp>
        <p:nvSpPr>
          <p:cNvPr id="240" name="Google Shape;240;p8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41" name="Google Shape;241;p8">
            <a:hlinkClick r:id="rId4"/>
          </p:cNvPr>
          <p:cNvSpPr txBox="1"/>
          <p:nvPr/>
        </p:nvSpPr>
        <p:spPr>
          <a:xfrm>
            <a:off x="10265024" y="5551465"/>
            <a:ext cx="1537600" cy="76944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4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Go！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7131" y="-50153"/>
            <a:ext cx="9499904" cy="712492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>
            <a:hlinkClick r:id="rId4"/>
          </p:cNvPr>
          <p:cNvSpPr txBox="1"/>
          <p:nvPr/>
        </p:nvSpPr>
        <p:spPr>
          <a:xfrm>
            <a:off x="349134" y="5735782"/>
            <a:ext cx="1107996" cy="646331"/>
          </a:xfrm>
          <a:prstGeom prst="rect">
            <a:avLst/>
          </a:prstGeom>
          <a:gradFill>
            <a:gsLst>
              <a:gs pos="0">
                <a:srgbClr val="F9DFCE"/>
              </a:gs>
              <a:gs pos="100000">
                <a:srgbClr val="F5BC94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食物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分類遊戲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005" y="0"/>
            <a:ext cx="876878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0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178116">
            <a:off x="8885861" y="5069333"/>
            <a:ext cx="3247149" cy="236224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>
            <a:hlinkClick r:id="rId6"/>
          </p:cNvPr>
          <p:cNvSpPr txBox="1"/>
          <p:nvPr/>
        </p:nvSpPr>
        <p:spPr>
          <a:xfrm>
            <a:off x="9168938" y="2427316"/>
            <a:ext cx="1415772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兒童篇</a:t>
            </a:r>
            <a:endParaRPr/>
          </a:p>
        </p:txBody>
      </p:sp>
      <p:sp>
        <p:nvSpPr>
          <p:cNvPr id="255" name="Google Shape;255;p10">
            <a:hlinkClick r:id="rId7"/>
          </p:cNvPr>
          <p:cNvSpPr txBox="1"/>
          <p:nvPr/>
        </p:nvSpPr>
        <p:spPr>
          <a:xfrm>
            <a:off x="9168938" y="3136612"/>
            <a:ext cx="1415772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青少年</a:t>
            </a:r>
            <a:endParaRPr/>
          </a:p>
        </p:txBody>
      </p:sp>
      <p:sp>
        <p:nvSpPr>
          <p:cNvPr id="256" name="Google Shape;256;p10">
            <a:hlinkClick r:id="rId8"/>
          </p:cNvPr>
          <p:cNvSpPr txBox="1"/>
          <p:nvPr/>
        </p:nvSpPr>
        <p:spPr>
          <a:xfrm>
            <a:off x="9168938" y="3845908"/>
            <a:ext cx="1415772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成年篇</a:t>
            </a:r>
            <a:endParaRPr/>
          </a:p>
        </p:txBody>
      </p:sp>
      <p:sp>
        <p:nvSpPr>
          <p:cNvPr id="257" name="Google Shape;257;p10">
            <a:hlinkClick r:id="rId9"/>
          </p:cNvPr>
          <p:cNvSpPr txBox="1"/>
          <p:nvPr/>
        </p:nvSpPr>
        <p:spPr>
          <a:xfrm>
            <a:off x="9168938" y="4555204"/>
            <a:ext cx="1415772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銀髮篇</a:t>
            </a:r>
            <a:endParaRPr/>
          </a:p>
        </p:txBody>
      </p:sp>
      <p:sp>
        <p:nvSpPr>
          <p:cNvPr id="258" name="Google Shape;258;p10">
            <a:hlinkClick r:id="rId10"/>
          </p:cNvPr>
          <p:cNvSpPr/>
          <p:nvPr/>
        </p:nvSpPr>
        <p:spPr>
          <a:xfrm rot="-1223912">
            <a:off x="9207459" y="1242252"/>
            <a:ext cx="994869" cy="890286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健康餐盤</a:t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 rot="-2346308">
            <a:off x="9279690" y="796929"/>
            <a:ext cx="375004" cy="341864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0" name="Google Shape;260;p10"/>
          <p:cNvSpPr/>
          <p:nvPr/>
        </p:nvSpPr>
        <p:spPr>
          <a:xfrm rot="2612203">
            <a:off x="9839452" y="282267"/>
            <a:ext cx="464565" cy="465026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1" name="Google Shape;261;p10"/>
          <p:cNvSpPr/>
          <p:nvPr/>
        </p:nvSpPr>
        <p:spPr>
          <a:xfrm rot="-1223912">
            <a:off x="10096568" y="1032031"/>
            <a:ext cx="268798" cy="238069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 rot="-474083">
            <a:off x="9083498" y="5264500"/>
            <a:ext cx="29546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天天五蔬果，健康跟著我！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916" y="0"/>
            <a:ext cx="11213993" cy="7930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3050" y="28575"/>
            <a:ext cx="9105900" cy="680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title"/>
          </p:nvPr>
        </p:nvSpPr>
        <p:spPr>
          <a:xfrm>
            <a:off x="680321" y="339046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DFKai-SB"/>
              <a:buNone/>
            </a:pPr>
            <a:r>
              <a:rPr lang="zh-TW" sz="6600">
                <a:latin typeface="DFKai-SB"/>
                <a:ea typeface="DFKai-SB"/>
                <a:cs typeface="DFKai-SB"/>
                <a:sym typeface="DFKai-SB"/>
              </a:rPr>
              <a:t>外食餐盤大改造</a:t>
            </a:r>
            <a:endParaRPr/>
          </a:p>
        </p:txBody>
      </p:sp>
      <p:pic>
        <p:nvPicPr>
          <p:cNvPr id="278" name="Google Shape;278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6478" y="1331501"/>
            <a:ext cx="8774432" cy="658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3">
            <a:hlinkClick r:id="rId4"/>
          </p:cNvPr>
          <p:cNvSpPr txBox="1"/>
          <p:nvPr/>
        </p:nvSpPr>
        <p:spPr>
          <a:xfrm>
            <a:off x="8263998" y="339046"/>
            <a:ext cx="2219498" cy="11079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Go！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1048" y="-291241"/>
            <a:ext cx="7715591" cy="7149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041" y="-5242559"/>
            <a:ext cx="18365210" cy="12936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571" y="-551793"/>
            <a:ext cx="10414397" cy="7409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965" y="-63870"/>
            <a:ext cx="11587655" cy="719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2317" y="-275194"/>
            <a:ext cx="8672775" cy="7133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DFKai-SB"/>
              <a:buNone/>
            </a:pPr>
            <a:r>
              <a:rPr lang="zh-TW" sz="8800">
                <a:latin typeface="DFKai-SB"/>
                <a:ea typeface="DFKai-SB"/>
                <a:cs typeface="DFKai-SB"/>
                <a:sym typeface="DFKai-SB"/>
              </a:rPr>
              <a:t>換你試試看！</a:t>
            </a:r>
            <a:endParaRPr sz="8800"/>
          </a:p>
        </p:txBody>
      </p:sp>
      <p:sp>
        <p:nvSpPr>
          <p:cNvPr id="310" name="Google Shape;310;p19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柏林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2019-11-12T06:41:14Z</dcterms:created>
  <dc:creator>admin</dc:creator>
</cp:coreProperties>
</file>