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Arim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bS/BS0zq3uYupKyl/ApAjAk8Z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501996e5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501996e5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501996e5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501996e5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501996e58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501996e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501996e58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501996e5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501996e5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501996e5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d571dec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d571dec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" name="Google Shape;1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" name="Google Shape;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0" name="Google Shape;2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1" name="Google Shape;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30" name="Google Shape;3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4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4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2" name="Google Shape;4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3" name="Google Shape;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2" name="Google Shape;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3" name="Google Shape;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3" name="Google Shape;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4" name="Google Shape;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2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2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6" name="Google Shape;7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7" name="Google Shape;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5" name="Google Shape;8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6" name="Google Shape;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2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6" name="Google Shape;9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7" name="Google Shape;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02" name="Google Shape;102;p3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3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標題)">
  <p:cSld name="全景圖片 (含標題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7" name="Google Shape;10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8" name="Google Shape;1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3" name="Google Shape;113;p3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4" name="Google Shape;114;p3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說明文字">
  <p:cSld name="標題與說明文字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8" name="Google Shape;11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9" name="Google Shape;1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4" name="Google Shape;124;p3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標題)">
  <p:cSld name="引述 (含標題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8" name="Google Shape;12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9" name="Google Shape;1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3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3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8" name="Google Shape;138;p3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zh-TW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9" name="Google Shape;139;p3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zh-TW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1" name="Google Shape;14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2" name="Google Shape;1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3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1" name="Google Shape;1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2" name="Google Shape;1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p3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8" name="Google Shape;158;p3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9" name="Google Shape;159;p3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3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2" name="Google Shape;162;p3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6" name="Google Shape;16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7" name="Google Shape;1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3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3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3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3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3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3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3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9" name="Google Shape;179;p3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0" name="Google Shape;180;p3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4" name="Google Shape;18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5" name="Google Shape;1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0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0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0" y="32127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ndZW7Oi3LkU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X9ZqP8YiZmU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jp.pinterest.com/pin/bread--199073246021234766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goodsome.com.tw/blogs/goodsomecooking/160173?srsltid=AfmBOoquLxJ4HxiT8AjvZ57AQvJLJJoknwOLFPkMv4RdnQr-pWOja4w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1.z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youtube.com/watch?v=jV7tWLiJmFg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hyperlink" Target="https://slidesplayer.com/slide/11216641/" TargetMode="External"/><Relationship Id="rId9" Type="http://schemas.openxmlformats.org/officeDocument/2006/relationships/hyperlink" Target="https://www.youtube.com/watch?v=z7oFn3d9NG4" TargetMode="External"/><Relationship Id="rId5" Type="http://schemas.openxmlformats.org/officeDocument/2006/relationships/image" Target="../media/image16.png"/><Relationship Id="rId6" Type="http://schemas.openxmlformats.org/officeDocument/2006/relationships/hyperlink" Target="https://www.youtube.com/watch?v=iTvuMXWPpzs" TargetMode="External"/><Relationship Id="rId7" Type="http://schemas.openxmlformats.org/officeDocument/2006/relationships/hyperlink" Target="https://www.youtube.com/watch?v=jZLEeXsPreg" TargetMode="External"/><Relationship Id="rId8" Type="http://schemas.openxmlformats.org/officeDocument/2006/relationships/hyperlink" Target="https://www.youtube.com/watch?v=kyVy1vm2jBU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hyperlink" Target="https://www.commonhealth.com.tw/ppt/powerpoint.action?nid=188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pic>
        <p:nvPicPr>
          <p:cNvPr id="198" name="Google Shape;198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501996e58_0_29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9501996e58_0_29"/>
          <p:cNvSpPr txBox="1"/>
          <p:nvPr>
            <p:ph idx="1" type="body"/>
          </p:nvPr>
        </p:nvSpPr>
        <p:spPr>
          <a:xfrm>
            <a:off x="1201596" y="183412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114-1  &lt;食在有意思&gt;  學習單4  </a:t>
            </a:r>
            <a:endParaRPr sz="5300">
              <a:solidFill>
                <a:srgbClr val="FF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主題：</a:t>
            </a: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 高顏值開放式三明治 - 視覺、營養與創意搭配</a:t>
            </a:r>
            <a:endParaRPr sz="5300">
              <a:solidFill>
                <a:srgbClr val="FF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"/>
          <p:cNvSpPr txBox="1"/>
          <p:nvPr>
            <p:ph idx="4294967295" type="ctrTitle"/>
          </p:nvPr>
        </p:nvSpPr>
        <p:spPr>
          <a:xfrm>
            <a:off x="2521050" y="4134650"/>
            <a:ext cx="90936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6400" u="sng">
                <a:solidFill>
                  <a:schemeClr val="hlink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《丹麥開放式三明治》</a:t>
            </a:r>
            <a:endParaRPr b="1" sz="6400">
              <a:solidFill>
                <a:srgbClr val="FF00FF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501996e58_0_2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https://docs.google.com/presentation/d/1wJ2ri45i_Gp0Rz8C8BOVwfIKNRLRfoqc/edit?slide=id.p3#slide=id.p3</a:t>
            </a:r>
            <a:endParaRPr/>
          </a:p>
        </p:txBody>
      </p:sp>
      <p:sp>
        <p:nvSpPr>
          <p:cNvPr id="215" name="Google Shape;215;g39501996e58_0_2"/>
          <p:cNvSpPr txBox="1"/>
          <p:nvPr/>
        </p:nvSpPr>
        <p:spPr>
          <a:xfrm>
            <a:off x="2752975" y="2345725"/>
            <a:ext cx="7721400" cy="2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6800" u="sng">
                <a:solidFill>
                  <a:srgbClr val="FF00FF"/>
                </a:solidFill>
                <a:highlight>
                  <a:srgbClr val="F1F1F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欧包的N种吃法（二）</a:t>
            </a:r>
            <a:endParaRPr b="1" sz="6800">
              <a:solidFill>
                <a:srgbClr val="FF00FF"/>
              </a:solidFill>
              <a:highlight>
                <a:srgbClr val="F1F1F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501996e58_0_11"/>
          <p:cNvSpPr txBox="1"/>
          <p:nvPr/>
        </p:nvSpPr>
        <p:spPr>
          <a:xfrm>
            <a:off x="1172875" y="2785575"/>
            <a:ext cx="10474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5400" u="sng">
                <a:solidFill>
                  <a:srgbClr val="FF00FF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 Easy Breakfast【6種粗糧吐司吃法】</a:t>
            </a:r>
            <a:endParaRPr b="1" sz="54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501996e58_0_17"/>
          <p:cNvSpPr txBox="1"/>
          <p:nvPr/>
        </p:nvSpPr>
        <p:spPr>
          <a:xfrm>
            <a:off x="2590075" y="2915875"/>
            <a:ext cx="6369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900" u="sng">
                <a:solidFill>
                  <a:srgbClr val="FF00FF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酪梨水果三明治</a:t>
            </a:r>
            <a:endParaRPr sz="59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501996e58_0_23"/>
          <p:cNvSpPr txBox="1"/>
          <p:nvPr/>
        </p:nvSpPr>
        <p:spPr>
          <a:xfrm>
            <a:off x="3306825" y="1303200"/>
            <a:ext cx="60924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900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分組討論</a:t>
            </a:r>
            <a:endParaRPr sz="6900">
              <a:solidFill>
                <a:srgbClr val="FF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900">
                <a:solidFill>
                  <a:srgbClr val="FF00FF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1.</a:t>
            </a:r>
            <a:r>
              <a:rPr lang="zh-TW" sz="6900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分組名單</a:t>
            </a:r>
            <a:endParaRPr sz="6900">
              <a:solidFill>
                <a:srgbClr val="FF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900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2.三明治設計</a:t>
            </a:r>
            <a:endParaRPr sz="6900">
              <a:solidFill>
                <a:srgbClr val="FF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005" y="0"/>
            <a:ext cx="87687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78116">
            <a:off x="8885861" y="5069333"/>
            <a:ext cx="3247149" cy="236224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>
            <a:hlinkClick r:id="rId6"/>
          </p:cNvPr>
          <p:cNvSpPr txBox="1"/>
          <p:nvPr/>
        </p:nvSpPr>
        <p:spPr>
          <a:xfrm>
            <a:off x="9168938" y="2427316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兒童篇</a:t>
            </a:r>
            <a:endParaRPr/>
          </a:p>
        </p:txBody>
      </p:sp>
      <p:sp>
        <p:nvSpPr>
          <p:cNvPr id="242" name="Google Shape;242;p10">
            <a:hlinkClick r:id="rId7"/>
          </p:cNvPr>
          <p:cNvSpPr txBox="1"/>
          <p:nvPr/>
        </p:nvSpPr>
        <p:spPr>
          <a:xfrm>
            <a:off x="9168938" y="3136612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青少年</a:t>
            </a:r>
            <a:endParaRPr/>
          </a:p>
        </p:txBody>
      </p:sp>
      <p:sp>
        <p:nvSpPr>
          <p:cNvPr id="243" name="Google Shape;243;p10">
            <a:hlinkClick r:id="rId8"/>
          </p:cNvPr>
          <p:cNvSpPr txBox="1"/>
          <p:nvPr/>
        </p:nvSpPr>
        <p:spPr>
          <a:xfrm>
            <a:off x="9168938" y="3845908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成年篇</a:t>
            </a:r>
            <a:endParaRPr/>
          </a:p>
        </p:txBody>
      </p:sp>
      <p:sp>
        <p:nvSpPr>
          <p:cNvPr id="244" name="Google Shape;244;p10">
            <a:hlinkClick r:id="rId9"/>
          </p:cNvPr>
          <p:cNvSpPr txBox="1"/>
          <p:nvPr/>
        </p:nvSpPr>
        <p:spPr>
          <a:xfrm>
            <a:off x="9168938" y="4555204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銀髮篇</a:t>
            </a:r>
            <a:endParaRPr/>
          </a:p>
        </p:txBody>
      </p:sp>
      <p:sp>
        <p:nvSpPr>
          <p:cNvPr id="245" name="Google Shape;245;p10">
            <a:hlinkClick r:id="rId10"/>
          </p:cNvPr>
          <p:cNvSpPr/>
          <p:nvPr/>
        </p:nvSpPr>
        <p:spPr>
          <a:xfrm rot="-1223912">
            <a:off x="9207459" y="1242252"/>
            <a:ext cx="994869" cy="890286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健康餐盤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 rot="-2346308">
            <a:off x="9279690" y="796929"/>
            <a:ext cx="375004" cy="341864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10"/>
          <p:cNvSpPr/>
          <p:nvPr/>
        </p:nvSpPr>
        <p:spPr>
          <a:xfrm rot="2612203">
            <a:off x="9839452" y="282267"/>
            <a:ext cx="464565" cy="465026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10"/>
          <p:cNvSpPr/>
          <p:nvPr/>
        </p:nvSpPr>
        <p:spPr>
          <a:xfrm rot="-1223912">
            <a:off x="10096568" y="1032031"/>
            <a:ext cx="268798" cy="238069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 rot="-474083">
            <a:off x="9083498" y="5264500"/>
            <a:ext cx="2954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天天五蔬果，健康跟著我！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916" y="0"/>
            <a:ext cx="11213993" cy="7930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>
            <p:ph type="title"/>
          </p:nvPr>
        </p:nvSpPr>
        <p:spPr>
          <a:xfrm>
            <a:off x="680321" y="339046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DFKai-SB"/>
              <a:buNone/>
            </a:pPr>
            <a:r>
              <a:rPr lang="zh-TW" sz="6600">
                <a:latin typeface="DFKai-SB"/>
                <a:ea typeface="DFKai-SB"/>
                <a:cs typeface="DFKai-SB"/>
                <a:sym typeface="DFKai-SB"/>
              </a:rPr>
              <a:t>外食餐盤大改造</a:t>
            </a:r>
            <a:endParaRPr/>
          </a:p>
        </p:txBody>
      </p:sp>
      <p:pic>
        <p:nvPicPr>
          <p:cNvPr id="260" name="Google Shape;260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6478" y="1331501"/>
            <a:ext cx="8774432" cy="65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3">
            <a:hlinkClick r:id="rId4"/>
          </p:cNvPr>
          <p:cNvSpPr txBox="1"/>
          <p:nvPr/>
        </p:nvSpPr>
        <p:spPr>
          <a:xfrm>
            <a:off x="8263998" y="339046"/>
            <a:ext cx="2219498" cy="11079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Go！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048" y="-291241"/>
            <a:ext cx="7715591" cy="7149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200" y="159975"/>
            <a:ext cx="10926601" cy="76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571" y="-551793"/>
            <a:ext cx="10414397" cy="7409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65" y="-63870"/>
            <a:ext cx="11587655" cy="719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317" y="-275194"/>
            <a:ext cx="8672775" cy="7133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柏林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2019-11-12T06:41:14Z</dcterms:created>
  <dc:creator>admin</dc:creator>
</cp:coreProperties>
</file>